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F36CA-2141-7489-B1C9-0F8F746C4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BFCB2C-0EAB-79FC-D8E6-53C4BC496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9F8ED3-3C1E-F333-F95B-3D46AE0F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D7F50-6197-6310-8FC2-6AA2F086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1C554-F011-2F75-FD27-19BA90FA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3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DE2C4-FEE9-1447-A6B9-000E956E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76CDC2-2A6A-4E8A-BE8B-8D753F397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17380-6E6C-D6C3-CAB2-DF7267B2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1BEA-E96B-B2EC-79B2-6BEEE95D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209AC-B3EB-C212-0578-B0D5E536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1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E61CB-8609-8338-90F0-52DB7235A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20525F-C239-2DD3-FEC0-3339F30CA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8A909C-8F24-8138-1069-428606CF5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BBD7EC-14F9-36F3-AE84-A14E7A48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F1B20-C7A7-E264-3413-BED62AE4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65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E85E3-DDB3-6DB8-C1EE-9AE7EA95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71B91-8240-24F3-4C12-E637BD762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A571BC-0B82-1837-6105-BC85F7627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B4A9F1-6D1E-39C3-CB58-55E74C12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B72546-1A4A-868C-5D24-391B425E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A94ED-9613-109D-19B5-9E014FCF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81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B30D6-0FED-C282-AF2B-9C2E23A9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CB5D19-FE48-4BC1-E65A-2E4A7B081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890EA2-3F44-5FEE-9A03-8880B898B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9D6011-3122-65C9-7F9D-7BE7265BA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81E884-F97E-F491-BB7E-F49736F51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A33B9A-B0AC-72B7-C9FF-FE64639B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8C1E74-08BC-1DDD-7CA2-9C6E183B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44C1FA-6FBA-5ECA-3DCC-A163EEFC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05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520B3-266D-5FD9-8E7C-23C406B3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BF7593-DC5F-A55F-5B3B-FAF7A29C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0BDDD3-9205-5624-6C83-B8FD2E81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641D74-5414-F32B-580E-81A93BD3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38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E8642E-0325-6F47-DF27-A728E4FE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4C7EE2-DFED-790C-BA18-10BE3EF6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086D1-CC85-D545-CBE7-1A6F2C81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2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C7AF7-F5FF-979C-2C46-66362258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1D865-C4C0-3FF8-19E4-976443D0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D653A8-263C-2055-9F8B-D38DA6EA3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47EB7D-A022-D05E-1EA4-D4EFC7FC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53FD17-7D64-0311-7381-80E4A98C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1E3C39-377D-057C-F7B6-2DF18454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6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37087-FEA5-0B5A-E15E-95E0F4DD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0CA02E-CAF6-F0F6-F05B-D60FE883C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644DAA-8FA2-51F2-E710-54BF98366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39A3F1-4599-78AE-B042-2ACD8593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292FB2-C1DE-7266-36BD-5999B7D2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382D1C-E2B9-86DC-7135-D4629B08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79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92BD3-B745-04CF-F7D9-2B6A73C2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DFD11-5D82-239D-F5A9-7AFD81E23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5F587-8662-93F3-476B-AAD28F05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F59BB4-D21D-67F4-8B8D-D94074BA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F48417-82CC-C885-F180-C7382ECC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69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0FD942-EEE6-7C0D-CC7F-05478C913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A107E1-B9C1-A749-8F62-F243F3452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36D6B-114A-0995-4581-6A1EABD4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6AC4E-4E41-F8DD-C57F-A2502039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4D3B0-A2EF-EDB7-4B6C-CCB231E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25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5B2F16-3DB1-A0B1-BA3F-9CAD172E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8E9DD-8C6F-AD17-3D63-852BD1FBF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9E1C6-4266-4320-1FD2-7D2B95CB2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A3F31-6335-4D31-8D1B-852E47127C5B}" type="datetimeFigureOut">
              <a:rPr lang="ko-KR" altLang="en-US" smtClean="0"/>
              <a:t>04-29(Wed)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62CBE-8A77-3DBB-39D0-3BD961309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C7867-E704-E16F-CA8A-1C7BFF959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7CDE2-80E1-4143-90A0-96D1649A3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61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CC4456-C987-D1B9-EC49-F41B9036A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3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AE0363-2B38-32E9-CC0C-A8B36860C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43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Lee</dc:creator>
  <cp:lastModifiedBy>Alex Lee</cp:lastModifiedBy>
  <cp:revision>2</cp:revision>
  <dcterms:created xsi:type="dcterms:W3CDTF">2026-04-29T02:38:08Z</dcterms:created>
  <dcterms:modified xsi:type="dcterms:W3CDTF">2026-04-29T02:41:26Z</dcterms:modified>
</cp:coreProperties>
</file>